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31520" y="1371600"/>
            <a:ext cx="91440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731520" y="1554480"/>
            <a:ext cx="4572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Techstore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550481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Presented by: Abdelrhman Abdo Taghyain</a:t>
            </a:r>
            <a:endParaRPr lang="ar-EG" altLang="en-US" sz="20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3rd Year - Applied Technology / Insite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Project Idea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201168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201168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463040"/>
            <a:ext cx="62179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Techstore is an e-commerce website for purchasing electronic devices such as phones, laptops, and smartwatches.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3200400" cy="914400"/>
          </a:xfrm>
          <a:prstGeom prst="rect">
            <a:avLst/>
          </a:prstGeom>
          <a:solidFill>
            <a:srgbClr val="1A1730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7947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3657600"/>
            <a:ext cx="2011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 with React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Modern JavaScript Framework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Technologies Used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128016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128016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371600"/>
            <a:ext cx="2286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 UI Library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3657600" cy="128016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9" name="Shape 6"/>
          <p:cNvSpPr/>
          <p:nvPr/>
        </p:nvSpPr>
        <p:spPr>
          <a:xfrm>
            <a:off x="4754880" y="1371600"/>
            <a:ext cx="54864" cy="128016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916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52160" y="1371600"/>
            <a:ext cx="2286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JavaScript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Programming Language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731520" y="2926080"/>
            <a:ext cx="3657600" cy="128016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13" name="Shape 9"/>
          <p:cNvSpPr/>
          <p:nvPr/>
        </p:nvSpPr>
        <p:spPr>
          <a:xfrm>
            <a:off x="731520" y="2926080"/>
            <a:ext cx="54864" cy="128016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2461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28800" y="2926080"/>
            <a:ext cx="2286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CSS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Styling &amp; Layout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4754880" y="2926080"/>
            <a:ext cx="3657600" cy="128016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17" name="Shape 12"/>
          <p:cNvSpPr/>
          <p:nvPr/>
        </p:nvSpPr>
        <p:spPr>
          <a:xfrm>
            <a:off x="4754880" y="2926080"/>
            <a:ext cx="54864" cy="1280160"/>
          </a:xfrm>
          <a:prstGeom prst="rect">
            <a:avLst/>
          </a:prstGeom>
          <a:solidFill>
            <a:srgbClr val="7C3AED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24612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52160" y="2926080"/>
            <a:ext cx="2286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HTML</a:t>
            </a:r>
            <a:endParaRPr lang="en-US" sz="2000" dirty="0"/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Page Structure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Design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2588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and user-friendly interface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96596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Comfortable color palette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5176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260604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Clear section organization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54880" y="1097280"/>
            <a:ext cx="3931920" cy="256032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92608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5" name="Shape 3"/>
          <p:cNvSpPr/>
          <p:nvPr/>
        </p:nvSpPr>
        <p:spPr>
          <a:xfrm>
            <a:off x="1325880" y="1554480"/>
            <a:ext cx="822960" cy="822960"/>
          </a:xfrm>
          <a:prstGeom prst="ellipse">
            <a:avLst/>
          </a:prstGeom>
          <a:solidFill>
            <a:srgbClr val="2D2650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916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Search for Devices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01752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Quickly find any electronic device by name or keyword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651760" cy="292608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10" name="Shape 7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2D265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916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5603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Filter by Type or Price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74720" y="301752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Narrow results by category, brand, or price range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651760" cy="292608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15" name="Shape 11"/>
          <p:cNvSpPr/>
          <p:nvPr/>
        </p:nvSpPr>
        <p:spPr>
          <a:xfrm>
            <a:off x="6995160" y="1554480"/>
            <a:ext cx="822960" cy="822960"/>
          </a:xfrm>
          <a:prstGeom prst="ellipse">
            <a:avLst/>
          </a:prstGeom>
          <a:solidFill>
            <a:srgbClr val="2D2650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9164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5603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View Device Details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309360" y="3017520"/>
            <a:ext cx="2286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See full specifications, images, and pricing for each product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Challenges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10058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280160"/>
            <a:ext cx="6217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 Issues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Understanding component lifecycle and state management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2468880"/>
            <a:ext cx="7680960" cy="100584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9" name="Shape 6"/>
          <p:cNvSpPr/>
          <p:nvPr/>
        </p:nvSpPr>
        <p:spPr>
          <a:xfrm>
            <a:off x="731520" y="2468880"/>
            <a:ext cx="54864" cy="10058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51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468880"/>
            <a:ext cx="6217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 Errors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Debugging runtime errors and fixing broken layouts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13" name="Shape 9"/>
          <p:cNvSpPr/>
          <p:nvPr/>
        </p:nvSpPr>
        <p:spPr>
          <a:xfrm>
            <a:off x="731520" y="3657600"/>
            <a:ext cx="54864" cy="10058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840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28800" y="3657600"/>
            <a:ext cx="6217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File Organization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Structuring the project folders and components properly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I Learned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1005840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280160"/>
            <a:ext cx="6217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Using React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Building reusable components and managing application state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2468880"/>
            <a:ext cx="7680960" cy="100584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9" name="Shape 6"/>
          <p:cNvSpPr/>
          <p:nvPr/>
        </p:nvSpPr>
        <p:spPr>
          <a:xfrm>
            <a:off x="731520" y="2468880"/>
            <a:ext cx="54864" cy="1005840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51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468880"/>
            <a:ext cx="6217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Organization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Structuring files and folders for scalability and maintainability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1A1730"/>
          </a:solidFill>
        </p:spPr>
      </p:sp>
      <p:sp>
        <p:nvSpPr>
          <p:cNvPr id="13" name="Shape 9"/>
          <p:cNvSpPr/>
          <p:nvPr/>
        </p:nvSpPr>
        <p:spPr>
          <a:xfrm>
            <a:off x="731520" y="3657600"/>
            <a:ext cx="54864" cy="1005840"/>
          </a:xfrm>
          <a:prstGeom prst="rect">
            <a:avLst/>
          </a:prstGeom>
          <a:solidFill>
            <a:srgbClr val="10B981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840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28800" y="3657600"/>
            <a:ext cx="6217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Solving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Debugging issues and finding solutions through research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Links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solidFill>
            <a:srgbClr val="1A1730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874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51760" y="1645920"/>
            <a:ext cx="45720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 Repository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github.com/BasmalaAbdo/techstore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71600" y="3017520"/>
            <a:ext cx="6400800" cy="1097280"/>
          </a:xfrm>
          <a:prstGeom prst="rect">
            <a:avLst/>
          </a:prstGeom>
          <a:solidFill>
            <a:srgbClr val="1A1730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461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1760" y="3017520"/>
            <a:ext cx="45720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Live Website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techstore.vercel.app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CA3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Thanks for listening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0" y="3291840"/>
            <a:ext cx="146304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" name="Text 4"/>
          <p:cNvSpPr/>
          <p:nvPr/>
        </p:nvSpPr>
        <p:spPr>
          <a:xfrm>
            <a:off x="0" y="356616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Basmala Abdo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1261</Words>
  <Application>WPS Presentation</Application>
  <PresentationFormat>On-screen Show (16:9)</PresentationFormat>
  <Paragraphs>85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Arial Black</vt:lpstr>
      <vt:lpstr>Arial Black</vt:lpstr>
      <vt:lpstr>Arial Black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Techstore</dc:title>
  <dc:creator>Basmala Abdo</dc:creator>
  <dc:subject>PptxGenJS Presentation</dc:subject>
  <cp:lastModifiedBy>Windows 10</cp:lastModifiedBy>
  <cp:revision>2</cp:revision>
  <dcterms:created xsi:type="dcterms:W3CDTF">2026-03-31T20:41:00Z</dcterms:created>
  <dcterms:modified xsi:type="dcterms:W3CDTF">2026-04-05T23:24:12Z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239D1E2068BC46A6808446D2F71CB8F8_12</vt:lpwstr>
  </property>
  <property fmtid="{D5CDD505-2E9C-101B-9397-08002B2CF9AE}" pid="3" name="KSOProductBuildVer">
    <vt:lpwstr>1033-12.2.0.23196</vt:lpwstr>
  </property>
</Properties>
</file>